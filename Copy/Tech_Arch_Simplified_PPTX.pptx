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ch_arch_final_capture_1776853490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